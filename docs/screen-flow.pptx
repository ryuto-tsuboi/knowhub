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KnowHub 画面遷移図（MVP）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※ 現時点の要件定義をもとにした初版。独立した質問詳細画面は設けず、質問一覧内でアコーディオン表示する。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00600" y="1234440"/>
            <a:ext cx="2560320" cy="594360"/>
          </a:xfrm>
          <a:prstGeom prst="roundRect">
            <a:avLst/>
          </a:prstGeom>
          <a:noFill/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ログイン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2240280"/>
            <a:ext cx="2560320" cy="594360"/>
          </a:xfrm>
          <a:prstGeom prst="roundRect">
            <a:avLst/>
          </a:prstGeom>
          <a:noFill/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アカウント登録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600" y="2240280"/>
            <a:ext cx="2560320" cy="594360"/>
          </a:xfrm>
          <a:prstGeom prst="roundRect">
            <a:avLst/>
          </a:prstGeom>
          <a:noFill/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ホーム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703320"/>
            <a:ext cx="2560320" cy="685800"/>
          </a:xfrm>
          <a:prstGeom prst="roundRect">
            <a:avLst/>
          </a:prstGeom>
          <a:noFill/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質問一覧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00600" y="3703320"/>
            <a:ext cx="2560320" cy="685800"/>
          </a:xfrm>
          <a:prstGeom prst="roundRect">
            <a:avLst/>
          </a:prstGeom>
          <a:noFill/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質問投稿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3703320"/>
            <a:ext cx="2560320" cy="685800"/>
          </a:xfrm>
          <a:prstGeom prst="roundRect">
            <a:avLst/>
          </a:prstGeom>
          <a:noFill/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マイページ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166360"/>
            <a:ext cx="3108960" cy="731520"/>
          </a:xfrm>
          <a:prstGeom prst="roundRect">
            <a:avLst/>
          </a:prstGeom>
          <a:noFill/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質問・回答表示</a:t>
            </a:r>
            <a:br/>
            <a:r>
              <a:t>（アコーディオン）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5166360"/>
            <a:ext cx="3108960" cy="731520"/>
          </a:xfrm>
          <a:prstGeom prst="roundRect">
            <a:avLst/>
          </a:prstGeom>
          <a:noFill/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パスワード変更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2240280"/>
            <a:ext cx="1920240" cy="594360"/>
          </a:xfrm>
          <a:prstGeom prst="roundRect">
            <a:avLst/>
          </a:prstGeom>
          <a:noFill/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通知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80760" y="1828800"/>
            <a:ext cx="0" cy="384048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240280" y="1536192"/>
            <a:ext cx="2560320" cy="676656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520440" y="2542032"/>
            <a:ext cx="1280160" cy="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194560" y="2834640"/>
            <a:ext cx="3886200" cy="841247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80760" y="2834640"/>
            <a:ext cx="0" cy="841247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080760" y="2834640"/>
            <a:ext cx="3886200" cy="841247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360920" y="2542032"/>
            <a:ext cx="704088" cy="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194560" y="4407408"/>
            <a:ext cx="0" cy="73152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4407408"/>
            <a:ext cx="0" cy="73152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9436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実線矢印：画面遷移　｜　質問詳細は独立画面ではなく質問一覧内で展開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