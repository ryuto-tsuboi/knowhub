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594360"/>
            <a:ext cx="4873752" cy="5669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9080" y="960120"/>
            <a:ext cx="4069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KnowHub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9080" y="1572768"/>
            <a:ext cx="4069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社内ナレッジ共有システム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20574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メールアドレス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359152"/>
            <a:ext cx="3840480" cy="502920"/>
          </a:xfrm>
          <a:prstGeom prst="roundRect">
            <a:avLst/>
          </a:prstGeom>
          <a:solidFill>
            <a:srgbClr val="FAFAFB"/>
          </a:solidFill>
          <a:ln>
            <a:solidFill>
              <a:srgbClr val="D2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245059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28791"/>
                </a:solidFill>
              </a:defRPr>
            </a:pPr>
            <a:r>
              <a:t>メールアドレスを入力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0632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パスワード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364992"/>
            <a:ext cx="3840480" cy="502920"/>
          </a:xfrm>
          <a:prstGeom prst="roundRect">
            <a:avLst/>
          </a:prstGeom>
          <a:solidFill>
            <a:srgbClr val="FAFAFB"/>
          </a:solidFill>
          <a:ln>
            <a:solidFill>
              <a:srgbClr val="D2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345643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28791"/>
                </a:solidFill>
              </a:defRPr>
            </a:pPr>
            <a:r>
              <a:t>パスワードを入力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4160520"/>
            <a:ext cx="3840480" cy="566928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4279392"/>
            <a:ext cx="3840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ログイン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4919472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u="sng"/>
            </a:pPr>
            <a:r>
              <a:t>パスワードを忘れた方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532180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u="sng"/>
            </a:pPr>
            <a:r>
              <a:t>アカウント登録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8580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ログイン画面</a:t>
            </a:r>
            <a:br/>
            <a:r>
              <a:t>画面モック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4924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973"/>
                </a:solidFill>
              </a:defRPr>
            </a:pPr>
            <a:r>
              <a:t>※これは画面の構成・配置を確認するためのモックです。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3550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KnowHub / Screen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